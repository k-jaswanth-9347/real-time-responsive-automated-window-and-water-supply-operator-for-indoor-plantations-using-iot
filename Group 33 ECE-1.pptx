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32e3aabd0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32e3aabd0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2732e3aabd0_1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32e3aabd0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732e3aabd0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32e3aabd0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2732e3aabd0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39866700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39866700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32e3aabd0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732e3aabd0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32e3aabd0_1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732e3aabd0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32e3aabd0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732e3aabd0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1.xml" /><Relationship Id="rId6" Type="http://schemas.openxmlformats.org/officeDocument/2006/relationships/image" Target="../media/image5.jpg" /><Relationship Id="rId5" Type="http://schemas.openxmlformats.org/officeDocument/2006/relationships/image" Target="../media/image4.jpg" /><Relationship Id="rId4" Type="http://schemas.openxmlformats.org/officeDocument/2006/relationships/image" Target="../media/image3.jp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 idx="4294967295"/>
          </p:nvPr>
        </p:nvSpPr>
        <p:spPr>
          <a:xfrm>
            <a:off x="0" y="303213"/>
            <a:ext cx="8785225" cy="216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        </a:t>
            </a:r>
            <a:r>
              <a:rPr lang="en" sz="2200" b="1">
                <a:latin typeface="Times New Roman"/>
                <a:ea typeface="Times New Roman"/>
                <a:cs typeface="Times New Roman"/>
                <a:sym typeface="Times New Roman"/>
              </a:rPr>
              <a:t>K.S. SCHOOL OF ENGINEERING AND MANAGEMENT</a:t>
            </a:r>
            <a:br>
              <a:rPr lang="en" sz="2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b="1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 DEPARTMENT OF ELECTRONICS AND COMMUNICATION ENGINEERING</a:t>
            </a:r>
            <a:b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b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b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‌</a:t>
            </a:r>
            <a:r>
              <a:rPr lang="en" sz="2200" b="1">
                <a:latin typeface="Times New Roman"/>
                <a:ea typeface="Times New Roman"/>
                <a:cs typeface="Times New Roman"/>
                <a:sym typeface="Times New Roman"/>
              </a:rPr>
              <a:t> Real Time Responsive Automated Window and Water Supply Operator for Indoor Plantations using IOT</a:t>
            </a:r>
            <a:br>
              <a:rPr lang="en"/>
            </a:br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4294967295"/>
          </p:nvPr>
        </p:nvSpPr>
        <p:spPr>
          <a:xfrm>
            <a:off x="1008063" y="2517775"/>
            <a:ext cx="8135937" cy="18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Project Team 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Nithin Kumar N (1KG21EC059)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Punith P (1KG21EC066)</a:t>
            </a:r>
            <a:endParaRPr/>
          </a:p>
          <a:p>
            <a:pPr marL="457200" lvl="0" indent="-45720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Rohith M J (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1KG21EC073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Tejas K (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1KG21EC095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Bhargavi Rajendra Sangam</a:t>
            </a:r>
            <a:endParaRPr/>
          </a:p>
        </p:txBody>
      </p:sp>
      <p:pic>
        <p:nvPicPr>
          <p:cNvPr id="132" name="Google Shape;132;p25" descr="http://www.ksit.ac.in/imgs/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280" y="573528"/>
            <a:ext cx="812800" cy="5400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9;p26">
            <a:extLst>
              <a:ext uri="{FF2B5EF4-FFF2-40B4-BE49-F238E27FC236}">
                <a16:creationId xmlns:a16="http://schemas.microsoft.com/office/drawing/2014/main" id="{32DBE91D-E6D4-FF46-6FB4-C765875E5A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ctrTitle"/>
          </p:nvPr>
        </p:nvSpPr>
        <p:spPr>
          <a:xfrm>
            <a:off x="685800" y="303499"/>
            <a:ext cx="7772400" cy="86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-2024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ECE, KSSEM</a:t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687821" y="1289668"/>
            <a:ext cx="77685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"Real Time Responsive Automated Window and Water Supply Operator for Indoor Plantations using IOT" is a project that aims to create a seamless and intuitive solution for controlling Windows as well as the rate of water dispense in real-time.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represents a pioneering effort in leveraging embedded technology to create a smart and responsive solution for enhancing convenience, and sustainability for growing sensitive and exotic plantations that need constant monitoring.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operates on a responsive basis, considering certain dynamically varying environmental parameters such as Temperature, Humidity and Light intensity in Real-Time.</a:t>
            </a:r>
            <a:br>
              <a:rPr lang="e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ctrTitle"/>
          </p:nvPr>
        </p:nvSpPr>
        <p:spPr>
          <a:xfrm>
            <a:off x="685800" y="303499"/>
            <a:ext cx="7772400" cy="86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Proposed Idea/Methodology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-2024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ECE, KSSEM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687823" y="1706914"/>
            <a:ext cx="77685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objective of the project is to develop a sophisticated and responsive control system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Responsiveness : The set up and the orientation change in accordance with atmosphere requirements  parallel to time.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 Integration : The Plug in monitoring system based on IOT simplifies the process of basic nourishments and UV light treated water system.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Control Algorithms with User Interface :The aim is to deliver a state of solution for automated operation that enhances the algorithms that can be modified by the user for subjective plantations.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 idx="4294967295"/>
          </p:nvPr>
        </p:nvSpPr>
        <p:spPr>
          <a:xfrm>
            <a:off x="0" y="206375"/>
            <a:ext cx="8229600" cy="85725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Areas of Implementations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525" y="1200150"/>
            <a:ext cx="3100850" cy="16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5675" y="1200150"/>
            <a:ext cx="3247525" cy="16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525" y="2957550"/>
            <a:ext cx="3100851" cy="20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5675" y="3037825"/>
            <a:ext cx="324752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9;p26">
            <a:extLst>
              <a:ext uri="{FF2B5EF4-FFF2-40B4-BE49-F238E27FC236}">
                <a16:creationId xmlns:a16="http://schemas.microsoft.com/office/drawing/2014/main" id="{984677B5-5681-21E7-0CB0-553C589111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b="1"/>
              <a:t>Advantages , Applications, Limitations</a:t>
            </a:r>
            <a:endParaRPr b="1"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2024" y="1200150"/>
            <a:ext cx="8684776" cy="11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</a:pPr>
            <a:r>
              <a:rPr lang="en" sz="1300" b="1"/>
              <a:t>Advantages:</a:t>
            </a:r>
            <a:endParaRPr sz="1300" b="1"/>
          </a:p>
          <a:p>
            <a:pPr marL="742950" lvl="1" indent="-2667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Saves manual monitoring time.</a:t>
            </a:r>
            <a:endParaRPr sz="1300"/>
          </a:p>
          <a:p>
            <a:pPr marL="742950" lvl="1" indent="-2667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Ensures atmospheric parameter's quality.</a:t>
            </a:r>
            <a:endParaRPr sz="1300"/>
          </a:p>
          <a:p>
            <a:pPr marL="742950" lvl="1" indent="-2667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No extra labor cost required for the operation.</a:t>
            </a:r>
            <a:endParaRPr sz="1300"/>
          </a:p>
          <a:p>
            <a:pPr marL="742950" lvl="1" indent="-2667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Safe protection from weather disruptions such as heavy rain, storms, strong winds etc.</a:t>
            </a:r>
            <a:endParaRPr sz="1300"/>
          </a:p>
          <a:p>
            <a:pPr marL="742950" lvl="1" indent="-18415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</a:pPr>
            <a:endParaRPr sz="1300"/>
          </a:p>
          <a:p>
            <a:pPr marL="457200" lvl="1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</a:pPr>
            <a:endParaRPr sz="1300"/>
          </a:p>
          <a:p>
            <a:pPr marL="457200" lvl="1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</a:pPr>
            <a:endParaRPr sz="1300"/>
          </a:p>
        </p:txBody>
      </p:sp>
      <p:sp>
        <p:nvSpPr>
          <p:cNvPr id="166" name="Google Shape;166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-2024</a:t>
            </a:r>
            <a:endParaRPr dirty="0"/>
          </a:p>
        </p:txBody>
      </p:sp>
      <p:sp>
        <p:nvSpPr>
          <p:cNvPr id="167" name="Google Shape;167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ECE, KSSEM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</p:txBody>
      </p:sp>
      <p:sp>
        <p:nvSpPr>
          <p:cNvPr id="169" name="Google Shape;169;p29"/>
          <p:cNvSpPr txBox="1"/>
          <p:nvPr/>
        </p:nvSpPr>
        <p:spPr>
          <a:xfrm>
            <a:off x="434946" y="2412438"/>
            <a:ext cx="8253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:</a:t>
            </a:r>
            <a:endParaRPr sz="1300" b="1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targets indoor farms and plantation nurseries .</a:t>
            </a:r>
            <a:endParaRPr sz="1300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Targeted specially on indoor plantation farms that are located in remote areas or in countries where water scarcity is serious factor.</a:t>
            </a:r>
            <a:endParaRPr sz="1300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set-up of the project can be alternatively modified to captivate endangered species of animals such as rare apes, birds, fish that are breed in captivation of specific temperature habitats. </a:t>
            </a:r>
            <a:endParaRPr sz="1300"/>
          </a:p>
        </p:txBody>
      </p:sp>
      <p:sp>
        <p:nvSpPr>
          <p:cNvPr id="170" name="Google Shape;170;p29"/>
          <p:cNvSpPr txBox="1"/>
          <p:nvPr/>
        </p:nvSpPr>
        <p:spPr>
          <a:xfrm>
            <a:off x="455154" y="3644522"/>
            <a:ext cx="8415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:</a:t>
            </a:r>
            <a:endParaRPr sz="1300" b="1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maintenance can be high cause of faulty components.</a:t>
            </a:r>
            <a:endParaRPr sz="1300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gardener / Normal Zoo-keeper cannot operate the system without specific training/certified knowledge about IOT.</a:t>
            </a:r>
            <a:endParaRPr sz="1300"/>
          </a:p>
          <a:p>
            <a:pPr marL="285750" marR="0" lvl="0" indent="-266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 for accuracy errors and risk factors of system fail is always to be considered.</a:t>
            </a:r>
            <a:endParaRPr sz="1300"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ctrTitle"/>
          </p:nvPr>
        </p:nvSpPr>
        <p:spPr>
          <a:xfrm>
            <a:off x="685800" y="303499"/>
            <a:ext cx="7772400" cy="86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08-06-2024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ECE, KSSEM</a:t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466950" y="950400"/>
            <a:ext cx="8210100" cy="3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857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H. Shimizu, H. Matsumoto, M. </a:t>
            </a:r>
            <a:r>
              <a:rPr lang="en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Asakura</a:t>
            </a: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K. Watanabe, "A digital hygrometer," in    IEEE Transactions on Instrumentation and Measurement, vol. 37, no. 2, pp. 300-304, June 1988, </a:t>
            </a:r>
            <a:r>
              <a:rPr lang="en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</a:t>
            </a: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10.1109/19.6071.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 T. Islam, A. U. Khan, J. Akhtar and M. Z. U. Rahman, "A Digital Hygrometer for Trace    Moisture Measurement," in IEEE Transactions on Industrial Electronics, vol. 61, no. 10, pp. 5599-5605, Oct. 2014, </a:t>
            </a:r>
            <a:r>
              <a:rPr lang="en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</a:t>
            </a: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10.1109/TIE.2013.2297295.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Divani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D.,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Patil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P., &amp; Punjabi, S. K. (2016/04//). Automated plant watering system.</a:t>
            </a:r>
            <a:r>
              <a:rPr lang="en" i="1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The Institute of Electrical and Electronics Engineers, Inc.(IEEE) Conference Proceedings.,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180-182.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Doi:https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://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doi.org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/10.1109/ICCPEIC.2016.7557245.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[4] Roy, P.,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Saha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J., Dutta, N., &amp; Chandra, S. (2018). </a:t>
            </a:r>
            <a:r>
              <a:rPr lang="en" i="1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Microcontroller based automated room light and fan controller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Piscataway: The Institute of Electrical and Electronics Engineers, Inc. (IEEE).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[5] UV water treatment. (2001/05/31/). </a:t>
            </a:r>
            <a:r>
              <a:rPr lang="en" i="1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Process Cooling &amp; Equipment (Online), 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[6] Silva, R. G., Szabo, J.,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Namboodiri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V., Krishnan, E. R., Rodriguez, J., &amp; Zeigler, A. (2018/06//). Evaluation of an environmentally sustainable UV-assisted water treatment system for the removal of bacillus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globigii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spores in water.</a:t>
            </a:r>
            <a:r>
              <a:rPr lang="en" i="1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Water Science &amp; Technology, 18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(3), 968-975. 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doi:https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://</a:t>
            </a:r>
            <a:r>
              <a:rPr lang="en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doi.org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/10.2166/ws.2017.165</a:t>
            </a:r>
            <a:endParaRPr sz="1900"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ctrTitle" idx="4294967295"/>
          </p:nvPr>
        </p:nvSpPr>
        <p:spPr>
          <a:xfrm>
            <a:off x="0" y="303213"/>
            <a:ext cx="7772400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lgerian"/>
              <a:buNone/>
            </a:pPr>
            <a:r>
              <a:rPr lang="en" sz="7200" b="1">
                <a:latin typeface="Algerian"/>
                <a:ea typeface="Algerian"/>
                <a:cs typeface="Algerian"/>
                <a:sym typeface="Algerian"/>
              </a:rPr>
              <a:t>Thank You</a:t>
            </a:r>
            <a:endParaRPr sz="72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" name="Google Shape;139;p26">
            <a:extLst>
              <a:ext uri="{FF2B5EF4-FFF2-40B4-BE49-F238E27FC236}">
                <a16:creationId xmlns:a16="http://schemas.microsoft.com/office/drawing/2014/main" id="{A5264580-ED35-7401-D808-0A918CF7A0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